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Relative Insight Value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Insight Depth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Tracking</c:v>
                  </c:pt>
                  <c:pt idx="1">
                    <c:v>Spreadsheets</c:v>
                  </c:pt>
                  <c:pt idx="2">
                    <c:v>EXPENSO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45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2F7F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4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2F7F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35"/>
        </a:solidFill>
        <a:ln>
          <a:noFill/>
        </a:ln>
        <a:effectLst/>
      </c:spPr>
    </c:plotArea>
    <c:plotVisOnly val="1"/>
    <c:dispBlanksAs val="span"/>
  </c:chart>
  <c:spPr>
    <a:solidFill>
      <a:srgbClr val="1A2E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pptx_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3657600" cy="1216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EXPENSO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188720" y="320040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Python-Based Personal Finance &amp; Expense Analytics Platform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14800" y="4160520"/>
            <a:ext cx="395935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Topic: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0" y="4434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Internship — EXPENSO Platform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06240" y="48188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Upadhyay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5202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06240" y="52029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25SCS1003004695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5586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06240" y="55869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Semester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71600" y="5971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06240" y="59710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8" dirty="0"/>
          </a:p>
        </p:txBody>
      </p:sp>
      <p:sp>
        <p:nvSpPr>
          <p:cNvPr id="5" name="Text 3"/>
          <p:cNvSpPr/>
          <p:nvPr/>
        </p:nvSpPr>
        <p:spPr>
          <a:xfrm>
            <a:off x="1143000" y="1435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Internship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8" dirty="0"/>
          </a:p>
        </p:txBody>
      </p:sp>
      <p:sp>
        <p:nvSpPr>
          <p:cNvPr id="8" name="Text 6"/>
          <p:cNvSpPr/>
          <p:nvPr/>
        </p:nvSpPr>
        <p:spPr>
          <a:xfrm>
            <a:off x="1143000" y="20025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8" dirty="0"/>
          </a:p>
        </p:txBody>
      </p:sp>
      <p:sp>
        <p:nvSpPr>
          <p:cNvPr id="11" name="Text 9"/>
          <p:cNvSpPr/>
          <p:nvPr/>
        </p:nvSpPr>
        <p:spPr>
          <a:xfrm>
            <a:off x="1143000" y="25694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8" dirty="0"/>
          </a:p>
        </p:txBody>
      </p:sp>
      <p:sp>
        <p:nvSpPr>
          <p:cNvPr id="14" name="Text 12"/>
          <p:cNvSpPr/>
          <p:nvPr/>
        </p:nvSpPr>
        <p:spPr>
          <a:xfrm>
            <a:off x="1143000" y="3136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3075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143000" y="3703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1143000" y="4270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8646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8" dirty="0"/>
          </a:p>
        </p:txBody>
      </p:sp>
      <p:sp>
        <p:nvSpPr>
          <p:cNvPr id="23" name="Text 21"/>
          <p:cNvSpPr/>
          <p:nvPr/>
        </p:nvSpPr>
        <p:spPr>
          <a:xfrm>
            <a:off x="1143000" y="48371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4 Week Journey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8" dirty="0"/>
          </a:p>
        </p:txBody>
      </p:sp>
      <p:sp>
        <p:nvSpPr>
          <p:cNvPr id="26" name="Text 24"/>
          <p:cNvSpPr/>
          <p:nvPr/>
        </p:nvSpPr>
        <p:spPr>
          <a:xfrm>
            <a:off x="6812280" y="1435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Developed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202996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8" dirty="0"/>
          </a:p>
        </p:txBody>
      </p:sp>
      <p:sp>
        <p:nvSpPr>
          <p:cNvPr id="29" name="Text 27"/>
          <p:cNvSpPr/>
          <p:nvPr/>
        </p:nvSpPr>
        <p:spPr>
          <a:xfrm>
            <a:off x="6812280" y="20025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 Engine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8" dirty="0"/>
          </a:p>
        </p:txBody>
      </p:sp>
      <p:sp>
        <p:nvSpPr>
          <p:cNvPr id="32" name="Text 30"/>
          <p:cNvSpPr/>
          <p:nvPr/>
        </p:nvSpPr>
        <p:spPr>
          <a:xfrm>
            <a:off x="6812280" y="25694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16382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8" dirty="0"/>
          </a:p>
        </p:txBody>
      </p:sp>
      <p:sp>
        <p:nvSpPr>
          <p:cNvPr id="35" name="Text 33"/>
          <p:cNvSpPr/>
          <p:nvPr/>
        </p:nvSpPr>
        <p:spPr>
          <a:xfrm>
            <a:off x="6812280" y="3136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7307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8" dirty="0"/>
          </a:p>
        </p:txBody>
      </p:sp>
      <p:sp>
        <p:nvSpPr>
          <p:cNvPr id="38" name="Text 36"/>
          <p:cNvSpPr/>
          <p:nvPr/>
        </p:nvSpPr>
        <p:spPr>
          <a:xfrm>
            <a:off x="6812280" y="3703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Proof of Completion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09360" y="42976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8" dirty="0"/>
          </a:p>
        </p:txBody>
      </p:sp>
      <p:sp>
        <p:nvSpPr>
          <p:cNvPr id="41" name="Text 39"/>
          <p:cNvSpPr/>
          <p:nvPr/>
        </p:nvSpPr>
        <p:spPr>
          <a:xfrm>
            <a:off x="6812280" y="4270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remote Python Developer Internship bridging academic learning with real product engineering.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8229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822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952" dirty="0"/>
          </a:p>
        </p:txBody>
      </p:sp>
      <p:sp>
        <p:nvSpPr>
          <p:cNvPr id="7" name="Text 5"/>
          <p:cNvSpPr/>
          <p:nvPr/>
        </p:nvSpPr>
        <p:spPr>
          <a:xfrm>
            <a:off x="50749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1155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July 2026 – 12 August 2026 (1 month)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952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67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Intern (Remote)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952" dirty="0"/>
          </a:p>
        </p:txBody>
      </p:sp>
      <p:sp>
        <p:nvSpPr>
          <p:cNvPr id="15" name="Text 13"/>
          <p:cNvSpPr/>
          <p:nvPr/>
        </p:nvSpPr>
        <p:spPr>
          <a:xfrm>
            <a:off x="507492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2186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39776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952" dirty="0"/>
          </a:p>
        </p:txBody>
      </p:sp>
      <p:sp>
        <p:nvSpPr>
          <p:cNvPr id="19" name="Text 17"/>
          <p:cNvSpPr/>
          <p:nvPr/>
        </p:nvSpPr>
        <p:spPr>
          <a:xfrm>
            <a:off x="507492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42702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 (AICTE &amp; ICAC Approved), with Google for Education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53949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 bridge the gap between theoretical knowledge and practical application — building real-world experience, workplace ethics, communication, and problem-solving skills.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training and product-engineering unit developing student-facing and enterprise-grade learning solutions, operating with the National Internship Portal and recognised under AICTE &amp; ICAC approval. Delivers its Python Developer track in partnership with Google for Education.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Areas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Development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39776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39776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39776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089136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project-based learning — each intern owns a capstone product, supported by weekly mentor reviews, structured learning modules, and a final evaluation &amp; certification process.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238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track expenses inconsistently — scattered notes, generic spreadsheets, or nothing at all — making it hard to understand spending patterns, cut unnecessary costs, or plan a budget accurately.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238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Fall Short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simplistic to offer real insight, or too complex and subscription-locked for everyday personal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EXPENSO — a Python-based platform to log expenses quickly, auto-categorise and summarise spending, and surface clear, actionable insights without manual chart-building.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1188720" y="1325880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2588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workflow of a real, product-oriented Python engineering team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188720" y="2039112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391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data-processing pipeline for ingesting &amp; structuring expense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188720" y="2752344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752344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rule-based categorisation engine for automatic expense classification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188720" y="3465576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465576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analytics module for summaries, breakdowns &amp; trend insights (Pandas/NumPy)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188720" y="4178808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178808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currency-conversion REST API for multi-currency logging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188720" y="4892040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89204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both CLI and Tkinter GUI interfaces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65099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50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188720" y="5605272"/>
            <a:ext cx="10332720" cy="603504"/>
          </a:xfrm>
          <a:prstGeom prst="roundRect">
            <a:avLst>
              <a:gd name="adj" fmla="val 7576"/>
            </a:avLst>
          </a:prstGeom>
          <a:solidFill>
            <a:srgbClr val="F2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60527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exposure to clean code practices and Git &amp; GitHub collaboration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1280160" y="20299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2432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84" dirty="0"/>
          </a:p>
        </p:txBody>
      </p:sp>
      <p:sp>
        <p:nvSpPr>
          <p:cNvPr id="10" name="Text 8"/>
          <p:cNvSpPr/>
          <p:nvPr/>
        </p:nvSpPr>
        <p:spPr>
          <a:xfrm>
            <a:off x="1280160" y="25968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Categorisation engine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19125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84" dirty="0"/>
          </a:p>
        </p:txBody>
      </p:sp>
      <p:sp>
        <p:nvSpPr>
          <p:cNvPr id="13" name="Text 11"/>
          <p:cNvSpPr/>
          <p:nvPr/>
        </p:nvSpPr>
        <p:spPr>
          <a:xfrm>
            <a:off x="1280160" y="31638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 module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758184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84" dirty="0"/>
          </a:p>
        </p:txBody>
      </p:sp>
      <p:sp>
        <p:nvSpPr>
          <p:cNvPr id="16" name="Text 14"/>
          <p:cNvSpPr/>
          <p:nvPr/>
        </p:nvSpPr>
        <p:spPr>
          <a:xfrm>
            <a:off x="1280160" y="3730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32511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784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graphical interface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Impact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0574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hands-on to Codec Technologies' personal finance analytics platform using Python, data-processing libraries, and REST API integration.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turned a routine, manual task — tracking personal expenses — into an intelligent, insight-driven experience, while building technical, analytical, and organizational skills in a structured product-engineering environment.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&amp; NumPy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371600"/>
            <a:ext cx="35661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Visualization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Matplotlib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Rule-based classification logic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APIs (Requests)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Postman for testing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749040"/>
            <a:ext cx="35661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Tkinter GUI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Command-Line Interface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343400" y="3749040"/>
            <a:ext cx="35661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CSV-based local storage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3749040"/>
            <a:ext cx="35661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&amp; GitHub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45920" y="1143000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874520" y="114300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 — CLI menu &amp; Tkinter form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806440" y="165506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764792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76479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Layer — cleaning &amp; structuring (Pandas)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227685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2386584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38658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Categorisation Engine — rule-based classification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28986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3008376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300837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 Layer — totals, trends, alerts (Pandas/NumPy)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35204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3630168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363016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— REST API currency conversion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06440" y="41422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4251960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425196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CLI output &amp; Tkinter + Matplotlib dashboard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06440" y="47640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0" y="4873752"/>
            <a:ext cx="886968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4873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Collaboration Layer — CSV storage, Git &amp; GitHub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A 4-Week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5316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Python Fundamentals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induction, project vision, refresher on data structures, functions, file &amp; exception handling.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7972" y="16459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34797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215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Library Foundations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NumPy &amp; Pandas for cleaning, filtering, aggregation; intro to Requests library and REST APIs.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64324" y="16459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164324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1850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Development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64224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CSV data pipeline &amp; CLI; developed categorisation engine; integrated currency-conversion API.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7696" y="141732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80676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980676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34856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34856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GUI &amp; Finalisation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0576" y="35661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analytics module; designed Tkinter GUI with Matplotlib visuals; testing, docs, final walkthrough.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Developed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Ingests, cleans, and structures raw expense records for downstream processing.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Categorisation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automatically classifies expenses into logical spending categories.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240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monthly summaries, category breakdowns, and trend insights using Pandas &amp; NumPy.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 enables real-time, multi-currency expense conversion.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800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menu for fast, keyboard-driven expense entry and review.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9319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160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+ Charts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800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dashboard with Matplotlib visualizations of spending trends.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Insights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EXPENSO turns raw expense logs into decisions.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303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9202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896" dirty="0"/>
          </a:p>
        </p:txBody>
      </p:sp>
      <p:sp>
        <p:nvSpPr>
          <p:cNvPr id="7" name="Text 4"/>
          <p:cNvSpPr/>
          <p:nvPr/>
        </p:nvSpPr>
        <p:spPr>
          <a:xfrm>
            <a:off x="6858000" y="1892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spending totals &amp; breakdowns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6974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896" dirty="0"/>
          </a:p>
        </p:txBody>
      </p:sp>
      <p:sp>
        <p:nvSpPr>
          <p:cNvPr id="10" name="Text 7"/>
          <p:cNvSpPr/>
          <p:nvPr/>
        </p:nvSpPr>
        <p:spPr>
          <a:xfrm>
            <a:off x="685800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trend comparisons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3474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896" dirty="0"/>
          </a:p>
        </p:txBody>
      </p:sp>
      <p:sp>
        <p:nvSpPr>
          <p:cNvPr id="13" name="Text 10"/>
          <p:cNvSpPr/>
          <p:nvPr/>
        </p:nvSpPr>
        <p:spPr>
          <a:xfrm>
            <a:off x="6858000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overspending alerts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42519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896" dirty="0"/>
          </a:p>
        </p:txBody>
      </p:sp>
      <p:sp>
        <p:nvSpPr>
          <p:cNvPr id="16" name="Text 13"/>
          <p:cNvSpPr/>
          <p:nvPr/>
        </p:nvSpPr>
        <p:spPr>
          <a:xfrm>
            <a:off x="685800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normalisation via live API rates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Skills Gained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Exposure to a structured Python product-engineering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Applied Python, data processing &amp; analytics with Pandas/NumPy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Proficiency in building &amp; integrating REST APIs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Improved organizational &amp; problem-solving skills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Confidence in end-to-end feature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Command over CLI &amp; GUI (Tkinter) design in 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Version control &amp; collaboration with Git &amp; GitHub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data-analysis mindset for real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Understanding of automated insight-driven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Applying academic knowledge in a real product setting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Proof of Completion</a:t>
            </a:r>
            <a:endParaRPr lang="en-US" sz="2600" dirty="0"/>
          </a:p>
        </p:txBody>
      </p:sp>
      <p:pic>
        <p:nvPicPr>
          <p:cNvPr id="3" name="Image 0" descr="/home/claude/pptx_work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852160" cy="405025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57200" y="519325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Internship — Codec Technologies Pvt. Ltd.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75120" y="105156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6" name="Shape 3"/>
          <p:cNvSpPr/>
          <p:nvPr/>
        </p:nvSpPr>
        <p:spPr>
          <a:xfrm>
            <a:off x="6903720" y="1234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903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Internship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3720" y="178308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Codec Technologies Pvt. Ltd. upon successful completion of the one-month AICTE &amp; ICAC approved Python Developer Internship. Signed by Dr. Anurag Shrivastava, Program Manager, and verifiable via QR code.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5120" y="37033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6903720" y="3886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Proof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03720" y="43891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confirmations and weekly task-submission acknowledgements from program coordinators are attached in the appendix/annexure of the full report.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0" y="1691640"/>
            <a:ext cx="213055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10312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transformed a routine manual task — tracking personal expenses — into an intelligent, insight-driven experience through EXPENSO, strengthening practical skills in Python development, data engineering, and end-to-end application design.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31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3931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3931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931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931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GUI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823960" y="3931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Collaboration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Upadhyay  |  25SCS1003004695  |  B.Tech CSE, Semester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2026-09-16T08:35:12Z</dcterms:created>
  <dcterms:modified xsi:type="dcterms:W3CDTF">2026-09-16T08:35:12Z</dcterms:modified>
</cp:coreProperties>
</file>